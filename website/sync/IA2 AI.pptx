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834" r:id="rId2"/>
    <p:sldId id="835" r:id="rId3"/>
    <p:sldId id="836" r:id="rId4"/>
    <p:sldId id="847" r:id="rId5"/>
    <p:sldId id="848" r:id="rId6"/>
    <p:sldId id="849" r:id="rId7"/>
    <p:sldId id="858" r:id="rId8"/>
    <p:sldId id="860" r:id="rId9"/>
    <p:sldId id="861" r:id="rId10"/>
    <p:sldId id="862" r:id="rId11"/>
    <p:sldId id="863" r:id="rId12"/>
    <p:sldId id="864" r:id="rId13"/>
    <p:sldId id="837" r:id="rId14"/>
    <p:sldId id="838" r:id="rId15"/>
    <p:sldId id="846" r:id="rId16"/>
    <p:sldId id="850" r:id="rId17"/>
    <p:sldId id="851" r:id="rId18"/>
    <p:sldId id="852" r:id="rId19"/>
    <p:sldId id="853" r:id="rId20"/>
    <p:sldId id="844" r:id="rId21"/>
    <p:sldId id="8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E96CF-22A7-4A8F-97E5-936FCBB8D500}" v="18" dt="2026-04-24T18:39:46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 Rock" userId="2c28e47a4646c06f" providerId="LiveId" clId="{D7146716-90F7-4B57-9465-AC27BF818FEA}"/>
    <pc:docChg chg="undo redo custSel addSld delSld modSld sldOrd">
      <pc:chgData name="Yash Rock" userId="2c28e47a4646c06f" providerId="LiveId" clId="{D7146716-90F7-4B57-9465-AC27BF818FEA}" dt="2026-04-24T18:41:23.532" v="234" actId="14100"/>
      <pc:docMkLst>
        <pc:docMk/>
      </pc:docMkLst>
      <pc:sldChg chg="modSp mod chgLayout">
        <pc:chgData name="Yash Rock" userId="2c28e47a4646c06f" providerId="LiveId" clId="{D7146716-90F7-4B57-9465-AC27BF818FEA}" dt="2026-04-24T17:18:12.042" v="77" actId="700"/>
        <pc:sldMkLst>
          <pc:docMk/>
          <pc:sldMk cId="549738722" sldId="837"/>
        </pc:sldMkLst>
        <pc:spChg chg="mod ord">
          <ac:chgData name="Yash Rock" userId="2c28e47a4646c06f" providerId="LiveId" clId="{D7146716-90F7-4B57-9465-AC27BF818FEA}" dt="2026-04-24T17:18:12.042" v="77" actId="700"/>
          <ac:spMkLst>
            <pc:docMk/>
            <pc:sldMk cId="549738722" sldId="837"/>
            <ac:spMk id="2" creationId="{3847E602-D398-31B9-4AEB-C32E61CFBBBC}"/>
          </ac:spMkLst>
        </pc:spChg>
        <pc:spChg chg="mod ord">
          <ac:chgData name="Yash Rock" userId="2c28e47a4646c06f" providerId="LiveId" clId="{D7146716-90F7-4B57-9465-AC27BF818FEA}" dt="2026-04-24T17:18:12.042" v="77" actId="700"/>
          <ac:spMkLst>
            <pc:docMk/>
            <pc:sldMk cId="549738722" sldId="837"/>
            <ac:spMk id="3" creationId="{0A7F0759-F1BE-FAAD-BBB2-2AC231645EB3}"/>
          </ac:spMkLst>
        </pc:spChg>
      </pc:sldChg>
      <pc:sldChg chg="addSp delSp modSp mod setBg modClrScheme chgLayout">
        <pc:chgData name="Yash Rock" userId="2c28e47a4646c06f" providerId="LiveId" clId="{D7146716-90F7-4B57-9465-AC27BF818FEA}" dt="2026-04-24T18:40:56.371" v="231" actId="20577"/>
        <pc:sldMkLst>
          <pc:docMk/>
          <pc:sldMk cId="424970994" sldId="844"/>
        </pc:sldMkLst>
        <pc:spChg chg="mod">
          <ac:chgData name="Yash Rock" userId="2c28e47a4646c06f" providerId="LiveId" clId="{D7146716-90F7-4B57-9465-AC27BF818FEA}" dt="2026-04-24T18:40:56.371" v="231" actId="20577"/>
          <ac:spMkLst>
            <pc:docMk/>
            <pc:sldMk cId="424970994" sldId="844"/>
            <ac:spMk id="2" creationId="{AC26EBF3-B90A-D780-71A8-0F6F74206D5D}"/>
          </ac:spMkLst>
        </pc:spChg>
        <pc:spChg chg="mod">
          <ac:chgData name="Yash Rock" userId="2c28e47a4646c06f" providerId="LiveId" clId="{D7146716-90F7-4B57-9465-AC27BF818FEA}" dt="2026-04-24T18:27:45.020" v="204" actId="26606"/>
          <ac:spMkLst>
            <pc:docMk/>
            <pc:sldMk cId="424970994" sldId="844"/>
            <ac:spMk id="3" creationId="{56B1E6CD-28A4-0547-FCFA-8E8B38A76F9D}"/>
          </ac:spMkLst>
        </pc:spChg>
        <pc:spChg chg="add del">
          <ac:chgData name="Yash Rock" userId="2c28e47a4646c06f" providerId="LiveId" clId="{D7146716-90F7-4B57-9465-AC27BF818FEA}" dt="2026-04-24T18:27:42.980" v="201" actId="26606"/>
          <ac:spMkLst>
            <pc:docMk/>
            <pc:sldMk cId="424970994" sldId="844"/>
            <ac:spMk id="13" creationId="{169CC832-2974-4E8D-90ED-3E2941BA7336}"/>
          </ac:spMkLst>
        </pc:spChg>
        <pc:spChg chg="add del">
          <ac:chgData name="Yash Rock" userId="2c28e47a4646c06f" providerId="LiveId" clId="{D7146716-90F7-4B57-9465-AC27BF818FEA}" dt="2026-04-24T18:27:38.877" v="199" actId="26606"/>
          <ac:spMkLst>
            <pc:docMk/>
            <pc:sldMk cId="424970994" sldId="844"/>
            <ac:spMk id="20" creationId="{B6FACB3C-9069-4791-BC5C-0DB7CD19B853}"/>
          </ac:spMkLst>
        </pc:spChg>
        <pc:spChg chg="add del">
          <ac:chgData name="Yash Rock" userId="2c28e47a4646c06f" providerId="LiveId" clId="{D7146716-90F7-4B57-9465-AC27BF818FEA}" dt="2026-04-24T18:27:38.877" v="199" actId="26606"/>
          <ac:spMkLst>
            <pc:docMk/>
            <pc:sldMk cId="424970994" sldId="844"/>
            <ac:spMk id="21" creationId="{71F2038E-D777-4B76-81DD-DD13EE91B9DD}"/>
          </ac:spMkLst>
        </pc:spChg>
        <pc:spChg chg="add del">
          <ac:chgData name="Yash Rock" userId="2c28e47a4646c06f" providerId="LiveId" clId="{D7146716-90F7-4B57-9465-AC27BF818FEA}" dt="2026-04-24T18:27:42.980" v="201" actId="26606"/>
          <ac:spMkLst>
            <pc:docMk/>
            <pc:sldMk cId="424970994" sldId="844"/>
            <ac:spMk id="23" creationId="{DBC6133C-0615-4CE4-9132-37E609A9BDFA}"/>
          </ac:spMkLst>
        </pc:spChg>
        <pc:spChg chg="add del">
          <ac:chgData name="Yash Rock" userId="2c28e47a4646c06f" providerId="LiveId" clId="{D7146716-90F7-4B57-9465-AC27BF818FEA}" dt="2026-04-24T18:27:42.980" v="201" actId="26606"/>
          <ac:spMkLst>
            <pc:docMk/>
            <pc:sldMk cId="424970994" sldId="844"/>
            <ac:spMk id="24" creationId="{55222F96-971A-4F90-B841-6BAB416C7AC1}"/>
          </ac:spMkLst>
        </pc:spChg>
        <pc:spChg chg="add del">
          <ac:chgData name="Yash Rock" userId="2c28e47a4646c06f" providerId="LiveId" clId="{D7146716-90F7-4B57-9465-AC27BF818FEA}" dt="2026-04-24T18:27:42.980" v="201" actId="26606"/>
          <ac:spMkLst>
            <pc:docMk/>
            <pc:sldMk cId="424970994" sldId="844"/>
            <ac:spMk id="25" creationId="{08980754-6F4B-43C9-B9BE-127B6BED6586}"/>
          </ac:spMkLst>
        </pc:spChg>
        <pc:spChg chg="add del">
          <ac:chgData name="Yash Rock" userId="2c28e47a4646c06f" providerId="LiveId" clId="{D7146716-90F7-4B57-9465-AC27BF818FEA}" dt="2026-04-24T18:27:42.980" v="201" actId="26606"/>
          <ac:spMkLst>
            <pc:docMk/>
            <pc:sldMk cId="424970994" sldId="844"/>
            <ac:spMk id="26" creationId="{2C1BBA94-3F40-40AA-8BB9-E69E25E537C1}"/>
          </ac:spMkLst>
        </pc:spChg>
        <pc:grpChg chg="add del">
          <ac:chgData name="Yash Rock" userId="2c28e47a4646c06f" providerId="LiveId" clId="{D7146716-90F7-4B57-9465-AC27BF818FEA}" dt="2026-04-24T18:27:38.153" v="197" actId="26606"/>
          <ac:grpSpMkLst>
            <pc:docMk/>
            <pc:sldMk cId="424970994" sldId="844"/>
            <ac:grpSpMk id="11" creationId="{6258F736-B256-8039-9DC6-F4E49A5C5AD5}"/>
          </ac:grpSpMkLst>
        </pc:grpChg>
        <pc:grpChg chg="add del">
          <ac:chgData name="Yash Rock" userId="2c28e47a4646c06f" providerId="LiveId" clId="{D7146716-90F7-4B57-9465-AC27BF818FEA}" dt="2026-04-24T18:27:38.877" v="199" actId="26606"/>
          <ac:grpSpMkLst>
            <pc:docMk/>
            <pc:sldMk cId="424970994" sldId="844"/>
            <ac:grpSpMk id="15" creationId="{DD354807-230F-4402-B1B9-F733A8F1F190}"/>
          </ac:grpSpMkLst>
        </pc:grpChg>
        <pc:picChg chg="del">
          <ac:chgData name="Yash Rock" userId="2c28e47a4646c06f" providerId="LiveId" clId="{D7146716-90F7-4B57-9465-AC27BF818FEA}" dt="2026-04-24T18:26:50.785" v="189" actId="478"/>
          <ac:picMkLst>
            <pc:docMk/>
            <pc:sldMk cId="424970994" sldId="844"/>
            <ac:picMk id="5" creationId="{AD141633-EBBF-8950-F5D0-5E564937EED0}"/>
          </ac:picMkLst>
        </pc:picChg>
        <pc:picChg chg="add mod">
          <ac:chgData name="Yash Rock" userId="2c28e47a4646c06f" providerId="LiveId" clId="{D7146716-90F7-4B57-9465-AC27BF818FEA}" dt="2026-04-24T18:27:54.930" v="206" actId="14100"/>
          <ac:picMkLst>
            <pc:docMk/>
            <pc:sldMk cId="424970994" sldId="844"/>
            <ac:picMk id="6" creationId="{5133F406-9E65-E377-525F-C5850C19573B}"/>
          </ac:picMkLst>
        </pc:picChg>
      </pc:sldChg>
      <pc:sldChg chg="modSp mod">
        <pc:chgData name="Yash Rock" userId="2c28e47a4646c06f" providerId="LiveId" clId="{D7146716-90F7-4B57-9465-AC27BF818FEA}" dt="2026-04-24T17:44:26.030" v="161" actId="403"/>
        <pc:sldMkLst>
          <pc:docMk/>
          <pc:sldMk cId="712644322" sldId="846"/>
        </pc:sldMkLst>
        <pc:spChg chg="mod">
          <ac:chgData name="Yash Rock" userId="2c28e47a4646c06f" providerId="LiveId" clId="{D7146716-90F7-4B57-9465-AC27BF818FEA}" dt="2026-04-24T17:44:26.030" v="161" actId="403"/>
          <ac:spMkLst>
            <pc:docMk/>
            <pc:sldMk cId="712644322" sldId="846"/>
            <ac:spMk id="2" creationId="{E9D96CBB-3F16-C0DA-A830-75CDD9CEA114}"/>
          </ac:spMkLst>
        </pc:spChg>
        <pc:spChg chg="mod">
          <ac:chgData name="Yash Rock" userId="2c28e47a4646c06f" providerId="LiveId" clId="{D7146716-90F7-4B57-9465-AC27BF818FEA}" dt="2026-04-24T16:46:15.751" v="14" actId="207"/>
          <ac:spMkLst>
            <pc:docMk/>
            <pc:sldMk cId="712644322" sldId="846"/>
            <ac:spMk id="3" creationId="{1202F944-DB81-2DC1-094F-B7685C1FBF93}"/>
          </ac:spMkLst>
        </pc:spChg>
      </pc:sldChg>
      <pc:sldChg chg="modSp mod ord">
        <pc:chgData name="Yash Rock" userId="2c28e47a4646c06f" providerId="LiveId" clId="{D7146716-90F7-4B57-9465-AC27BF818FEA}" dt="2026-04-24T17:45:34.329" v="169" actId="403"/>
        <pc:sldMkLst>
          <pc:docMk/>
          <pc:sldMk cId="3485251274" sldId="847"/>
        </pc:sldMkLst>
        <pc:spChg chg="mod">
          <ac:chgData name="Yash Rock" userId="2c28e47a4646c06f" providerId="LiveId" clId="{D7146716-90F7-4B57-9465-AC27BF818FEA}" dt="2026-04-24T17:45:34.329" v="169" actId="403"/>
          <ac:spMkLst>
            <pc:docMk/>
            <pc:sldMk cId="3485251274" sldId="847"/>
            <ac:spMk id="2" creationId="{F0890D51-A6D6-D635-5F7D-68A5982FE103}"/>
          </ac:spMkLst>
        </pc:spChg>
        <pc:spChg chg="mod">
          <ac:chgData name="Yash Rock" userId="2c28e47a4646c06f" providerId="LiveId" clId="{D7146716-90F7-4B57-9465-AC27BF818FEA}" dt="2026-04-24T16:44:57.599" v="4" actId="207"/>
          <ac:spMkLst>
            <pc:docMk/>
            <pc:sldMk cId="3485251274" sldId="847"/>
            <ac:spMk id="3" creationId="{A163F810-E905-1031-D0B6-5A37F473494E}"/>
          </ac:spMkLst>
        </pc:spChg>
      </pc:sldChg>
      <pc:sldChg chg="modSp mod ord">
        <pc:chgData name="Yash Rock" userId="2c28e47a4646c06f" providerId="LiveId" clId="{D7146716-90F7-4B57-9465-AC27BF818FEA}" dt="2026-04-24T17:45:40.833" v="172" actId="403"/>
        <pc:sldMkLst>
          <pc:docMk/>
          <pc:sldMk cId="498830949" sldId="848"/>
        </pc:sldMkLst>
        <pc:spChg chg="mod">
          <ac:chgData name="Yash Rock" userId="2c28e47a4646c06f" providerId="LiveId" clId="{D7146716-90F7-4B57-9465-AC27BF818FEA}" dt="2026-04-24T17:45:40.833" v="172" actId="403"/>
          <ac:spMkLst>
            <pc:docMk/>
            <pc:sldMk cId="498830949" sldId="848"/>
            <ac:spMk id="2" creationId="{CA446F55-BB34-BB1B-63FF-C4335151608C}"/>
          </ac:spMkLst>
        </pc:spChg>
        <pc:spChg chg="mod">
          <ac:chgData name="Yash Rock" userId="2c28e47a4646c06f" providerId="LiveId" clId="{D7146716-90F7-4B57-9465-AC27BF818FEA}" dt="2026-04-24T16:49:09.044" v="36" actId="27636"/>
          <ac:spMkLst>
            <pc:docMk/>
            <pc:sldMk cId="498830949" sldId="848"/>
            <ac:spMk id="3" creationId="{E1947F05-4B8B-A6CD-5C1D-648411C43436}"/>
          </ac:spMkLst>
        </pc:spChg>
      </pc:sldChg>
      <pc:sldChg chg="modSp mod ord chgLayout">
        <pc:chgData name="Yash Rock" userId="2c28e47a4646c06f" providerId="LiveId" clId="{D7146716-90F7-4B57-9465-AC27BF818FEA}" dt="2026-04-24T18:32:24.291" v="207" actId="700"/>
        <pc:sldMkLst>
          <pc:docMk/>
          <pc:sldMk cId="1484087209" sldId="849"/>
        </pc:sldMkLst>
        <pc:spChg chg="mod ord">
          <ac:chgData name="Yash Rock" userId="2c28e47a4646c06f" providerId="LiveId" clId="{D7146716-90F7-4B57-9465-AC27BF818FEA}" dt="2026-04-24T18:32:24.291" v="207" actId="700"/>
          <ac:spMkLst>
            <pc:docMk/>
            <pc:sldMk cId="1484087209" sldId="849"/>
            <ac:spMk id="2" creationId="{2D5DF48A-51F1-C541-EFDB-F74A3784AA7D}"/>
          </ac:spMkLst>
        </pc:spChg>
        <pc:spChg chg="mod ord">
          <ac:chgData name="Yash Rock" userId="2c28e47a4646c06f" providerId="LiveId" clId="{D7146716-90F7-4B57-9465-AC27BF818FEA}" dt="2026-04-24T18:32:24.291" v="207" actId="700"/>
          <ac:spMkLst>
            <pc:docMk/>
            <pc:sldMk cId="1484087209" sldId="849"/>
            <ac:spMk id="3" creationId="{8FC539D0-6104-9983-3974-A4C0E1F4EE41}"/>
          </ac:spMkLst>
        </pc:spChg>
      </pc:sldChg>
      <pc:sldChg chg="modSp mod">
        <pc:chgData name="Yash Rock" userId="2c28e47a4646c06f" providerId="LiveId" clId="{D7146716-90F7-4B57-9465-AC27BF818FEA}" dt="2026-04-24T17:46:16.910" v="178" actId="403"/>
        <pc:sldMkLst>
          <pc:docMk/>
          <pc:sldMk cId="1547341237" sldId="850"/>
        </pc:sldMkLst>
        <pc:spChg chg="mod">
          <ac:chgData name="Yash Rock" userId="2c28e47a4646c06f" providerId="LiveId" clId="{D7146716-90F7-4B57-9465-AC27BF818FEA}" dt="2026-04-24T17:46:16.910" v="178" actId="403"/>
          <ac:spMkLst>
            <pc:docMk/>
            <pc:sldMk cId="1547341237" sldId="850"/>
            <ac:spMk id="2" creationId="{788BC2D1-9864-59C8-1503-71E2E534862A}"/>
          </ac:spMkLst>
        </pc:spChg>
        <pc:spChg chg="mod">
          <ac:chgData name="Yash Rock" userId="2c28e47a4646c06f" providerId="LiveId" clId="{D7146716-90F7-4B57-9465-AC27BF818FEA}" dt="2026-04-24T16:46:32.080" v="16" actId="207"/>
          <ac:spMkLst>
            <pc:docMk/>
            <pc:sldMk cId="1547341237" sldId="850"/>
            <ac:spMk id="3" creationId="{EE79487F-DC15-A1F5-CE1A-F80D0496454C}"/>
          </ac:spMkLst>
        </pc:spChg>
      </pc:sldChg>
      <pc:sldChg chg="modSp mod">
        <pc:chgData name="Yash Rock" userId="2c28e47a4646c06f" providerId="LiveId" clId="{D7146716-90F7-4B57-9465-AC27BF818FEA}" dt="2026-04-24T17:46:25.202" v="181" actId="403"/>
        <pc:sldMkLst>
          <pc:docMk/>
          <pc:sldMk cId="2136737116" sldId="851"/>
        </pc:sldMkLst>
        <pc:spChg chg="mod">
          <ac:chgData name="Yash Rock" userId="2c28e47a4646c06f" providerId="LiveId" clId="{D7146716-90F7-4B57-9465-AC27BF818FEA}" dt="2026-04-24T17:46:25.202" v="181" actId="403"/>
          <ac:spMkLst>
            <pc:docMk/>
            <pc:sldMk cId="2136737116" sldId="851"/>
            <ac:spMk id="2" creationId="{176EAECC-57BF-D8B8-E199-77FE63EC44B6}"/>
          </ac:spMkLst>
        </pc:spChg>
        <pc:spChg chg="mod">
          <ac:chgData name="Yash Rock" userId="2c28e47a4646c06f" providerId="LiveId" clId="{D7146716-90F7-4B57-9465-AC27BF818FEA}" dt="2026-04-24T16:47:28.972" v="17" actId="207"/>
          <ac:spMkLst>
            <pc:docMk/>
            <pc:sldMk cId="2136737116" sldId="851"/>
            <ac:spMk id="3" creationId="{7973F9F2-A0B4-8384-2A5E-D3196E31684D}"/>
          </ac:spMkLst>
        </pc:spChg>
      </pc:sldChg>
      <pc:sldChg chg="modSp mod">
        <pc:chgData name="Yash Rock" userId="2c28e47a4646c06f" providerId="LiveId" clId="{D7146716-90F7-4B57-9465-AC27BF818FEA}" dt="2026-04-24T17:46:35.798" v="185" actId="403"/>
        <pc:sldMkLst>
          <pc:docMk/>
          <pc:sldMk cId="2506346254" sldId="852"/>
        </pc:sldMkLst>
        <pc:spChg chg="mod">
          <ac:chgData name="Yash Rock" userId="2c28e47a4646c06f" providerId="LiveId" clId="{D7146716-90F7-4B57-9465-AC27BF818FEA}" dt="2026-04-24T17:46:35.798" v="185" actId="403"/>
          <ac:spMkLst>
            <pc:docMk/>
            <pc:sldMk cId="2506346254" sldId="852"/>
            <ac:spMk id="2" creationId="{67EF7C4C-7AE8-9946-5537-C946A78B6587}"/>
          </ac:spMkLst>
        </pc:spChg>
        <pc:spChg chg="mod">
          <ac:chgData name="Yash Rock" userId="2c28e47a4646c06f" providerId="LiveId" clId="{D7146716-90F7-4B57-9465-AC27BF818FEA}" dt="2026-04-24T16:48:00.706" v="28" actId="207"/>
          <ac:spMkLst>
            <pc:docMk/>
            <pc:sldMk cId="2506346254" sldId="852"/>
            <ac:spMk id="3" creationId="{5F629968-CC1A-0E55-CA15-DAA9BE54A2EC}"/>
          </ac:spMkLst>
        </pc:spChg>
      </pc:sldChg>
      <pc:sldChg chg="modSp mod">
        <pc:chgData name="Yash Rock" userId="2c28e47a4646c06f" providerId="LiveId" clId="{D7146716-90F7-4B57-9465-AC27BF818FEA}" dt="2026-04-24T18:41:23.532" v="234" actId="14100"/>
        <pc:sldMkLst>
          <pc:docMk/>
          <pc:sldMk cId="3415094984" sldId="853"/>
        </pc:sldMkLst>
        <pc:spChg chg="mod">
          <ac:chgData name="Yash Rock" userId="2c28e47a4646c06f" providerId="LiveId" clId="{D7146716-90F7-4B57-9465-AC27BF818FEA}" dt="2026-04-24T17:46:44.474" v="188" actId="403"/>
          <ac:spMkLst>
            <pc:docMk/>
            <pc:sldMk cId="3415094984" sldId="853"/>
            <ac:spMk id="2" creationId="{04D1A82C-006C-2F3F-2DCE-EDA3ECD53D1B}"/>
          </ac:spMkLst>
        </pc:spChg>
        <pc:picChg chg="mod">
          <ac:chgData name="Yash Rock" userId="2c28e47a4646c06f" providerId="LiveId" clId="{D7146716-90F7-4B57-9465-AC27BF818FEA}" dt="2026-04-24T18:41:23.532" v="234" actId="14100"/>
          <ac:picMkLst>
            <pc:docMk/>
            <pc:sldMk cId="3415094984" sldId="853"/>
            <ac:picMk id="4" creationId="{6BB6D444-8799-AFAD-72C0-01B66E7726D2}"/>
          </ac:picMkLst>
        </pc:picChg>
      </pc:sldChg>
      <pc:sldChg chg="modSp add del mod">
        <pc:chgData name="Yash Rock" userId="2c28e47a4646c06f" providerId="LiveId" clId="{D7146716-90F7-4B57-9465-AC27BF818FEA}" dt="2026-04-24T17:14:48.490" v="54" actId="47"/>
        <pc:sldMkLst>
          <pc:docMk/>
          <pc:sldMk cId="788579351" sldId="854"/>
        </pc:sldMkLst>
        <pc:spChg chg="mod">
          <ac:chgData name="Yash Rock" userId="2c28e47a4646c06f" providerId="LiveId" clId="{D7146716-90F7-4B57-9465-AC27BF818FEA}" dt="2026-04-24T16:48:24.945" v="30" actId="207"/>
          <ac:spMkLst>
            <pc:docMk/>
            <pc:sldMk cId="788579351" sldId="854"/>
            <ac:spMk id="2" creationId="{46B5C277-2EFB-F145-B6A5-EABEC64CECB5}"/>
          </ac:spMkLst>
        </pc:spChg>
        <pc:spChg chg="mod">
          <ac:chgData name="Yash Rock" userId="2c28e47a4646c06f" providerId="LiveId" clId="{D7146716-90F7-4B57-9465-AC27BF818FEA}" dt="2026-04-24T16:48:31.172" v="31" actId="207"/>
          <ac:spMkLst>
            <pc:docMk/>
            <pc:sldMk cId="788579351" sldId="854"/>
            <ac:spMk id="3" creationId="{80F3DF46-F838-BFC8-D046-9A066B09AAB5}"/>
          </ac:spMkLst>
        </pc:spChg>
      </pc:sldChg>
      <pc:sldChg chg="modSp del mod">
        <pc:chgData name="Yash Rock" userId="2c28e47a4646c06f" providerId="LiveId" clId="{D7146716-90F7-4B57-9465-AC27BF818FEA}" dt="2026-04-24T17:14:41.676" v="52" actId="47"/>
        <pc:sldMkLst>
          <pc:docMk/>
          <pc:sldMk cId="227914546" sldId="855"/>
        </pc:sldMkLst>
        <pc:spChg chg="mod">
          <ac:chgData name="Yash Rock" userId="2c28e47a4646c06f" providerId="LiveId" clId="{D7146716-90F7-4B57-9465-AC27BF818FEA}" dt="2026-04-24T16:48:39.534" v="32" actId="207"/>
          <ac:spMkLst>
            <pc:docMk/>
            <pc:sldMk cId="227914546" sldId="855"/>
            <ac:spMk id="2" creationId="{86CBB11C-0CCC-959E-9C95-7FE87E66F1AE}"/>
          </ac:spMkLst>
        </pc:spChg>
        <pc:spChg chg="mod">
          <ac:chgData name="Yash Rock" userId="2c28e47a4646c06f" providerId="LiveId" clId="{D7146716-90F7-4B57-9465-AC27BF818FEA}" dt="2026-04-24T16:48:45.708" v="33" actId="207"/>
          <ac:spMkLst>
            <pc:docMk/>
            <pc:sldMk cId="227914546" sldId="855"/>
            <ac:spMk id="3" creationId="{BD870D32-9C56-D0EF-F97B-10C36A8277C5}"/>
          </ac:spMkLst>
        </pc:spChg>
      </pc:sldChg>
      <pc:sldChg chg="modSp del mod">
        <pc:chgData name="Yash Rock" userId="2c28e47a4646c06f" providerId="LiveId" clId="{D7146716-90F7-4B57-9465-AC27BF818FEA}" dt="2026-04-24T17:14:39.279" v="51" actId="47"/>
        <pc:sldMkLst>
          <pc:docMk/>
          <pc:sldMk cId="99185389" sldId="856"/>
        </pc:sldMkLst>
        <pc:spChg chg="mod">
          <ac:chgData name="Yash Rock" userId="2c28e47a4646c06f" providerId="LiveId" clId="{D7146716-90F7-4B57-9465-AC27BF818FEA}" dt="2026-04-24T16:48:54.153" v="34" actId="207"/>
          <ac:spMkLst>
            <pc:docMk/>
            <pc:sldMk cId="99185389" sldId="856"/>
            <ac:spMk id="3" creationId="{44622796-7555-DCB2-71DC-AF33CB8F4AA2}"/>
          </ac:spMkLst>
        </pc:spChg>
      </pc:sldChg>
      <pc:sldChg chg="modSp mod ord">
        <pc:chgData name="Yash Rock" userId="2c28e47a4646c06f" providerId="LiveId" clId="{D7146716-90F7-4B57-9465-AC27BF818FEA}" dt="2026-04-24T17:45:13.323" v="166" actId="404"/>
        <pc:sldMkLst>
          <pc:docMk/>
          <pc:sldMk cId="723282306" sldId="858"/>
        </pc:sldMkLst>
        <pc:spChg chg="mod">
          <ac:chgData name="Yash Rock" userId="2c28e47a4646c06f" providerId="LiveId" clId="{D7146716-90F7-4B57-9465-AC27BF818FEA}" dt="2026-04-24T17:45:13.323" v="166" actId="404"/>
          <ac:spMkLst>
            <pc:docMk/>
            <pc:sldMk cId="723282306" sldId="858"/>
            <ac:spMk id="10" creationId="{9974B6FC-C4AC-C4EB-A29A-B5B229BA2878}"/>
          </ac:spMkLst>
        </pc:spChg>
      </pc:sldChg>
      <pc:sldChg chg="modSp del mod ord">
        <pc:chgData name="Yash Rock" userId="2c28e47a4646c06f" providerId="LiveId" clId="{D7146716-90F7-4B57-9465-AC27BF818FEA}" dt="2026-04-24T17:19:23.936" v="92" actId="47"/>
        <pc:sldMkLst>
          <pc:docMk/>
          <pc:sldMk cId="1205554013" sldId="859"/>
        </pc:sldMkLst>
        <pc:picChg chg="mod">
          <ac:chgData name="Yash Rock" userId="2c28e47a4646c06f" providerId="LiveId" clId="{D7146716-90F7-4B57-9465-AC27BF818FEA}" dt="2026-04-24T17:18:24.612" v="86" actId="1076"/>
          <ac:picMkLst>
            <pc:docMk/>
            <pc:sldMk cId="1205554013" sldId="859"/>
            <ac:picMk id="6" creationId="{7EB302A4-9B62-6953-E4F5-B92C100BC637}"/>
          </ac:picMkLst>
        </pc:picChg>
      </pc:sldChg>
      <pc:sldChg chg="addSp delSp modSp new mod ord modClrScheme chgLayout">
        <pc:chgData name="Yash Rock" userId="2c28e47a4646c06f" providerId="LiveId" clId="{D7146716-90F7-4B57-9465-AC27BF818FEA}" dt="2026-04-24T17:44:59.265" v="165" actId="404"/>
        <pc:sldMkLst>
          <pc:docMk/>
          <pc:sldMk cId="873547155" sldId="860"/>
        </pc:sldMkLst>
        <pc:spChg chg="del mod ord">
          <ac:chgData name="Yash Rock" userId="2c28e47a4646c06f" providerId="LiveId" clId="{D7146716-90F7-4B57-9465-AC27BF818FEA}" dt="2026-04-24T17:16:56.851" v="56" actId="700"/>
          <ac:spMkLst>
            <pc:docMk/>
            <pc:sldMk cId="873547155" sldId="860"/>
            <ac:spMk id="2" creationId="{16476543-9301-CE3C-C397-F7230E04D6DD}"/>
          </ac:spMkLst>
        </pc:spChg>
        <pc:spChg chg="del mod ord">
          <ac:chgData name="Yash Rock" userId="2c28e47a4646c06f" providerId="LiveId" clId="{D7146716-90F7-4B57-9465-AC27BF818FEA}" dt="2026-04-24T17:16:56.851" v="56" actId="700"/>
          <ac:spMkLst>
            <pc:docMk/>
            <pc:sldMk cId="873547155" sldId="860"/>
            <ac:spMk id="3" creationId="{7BB3DB29-F1B5-C2B3-9500-B2292D3A3657}"/>
          </ac:spMkLst>
        </pc:spChg>
        <pc:spChg chg="del">
          <ac:chgData name="Yash Rock" userId="2c28e47a4646c06f" providerId="LiveId" clId="{D7146716-90F7-4B57-9465-AC27BF818FEA}" dt="2026-04-24T17:16:56.851" v="56" actId="700"/>
          <ac:spMkLst>
            <pc:docMk/>
            <pc:sldMk cId="873547155" sldId="860"/>
            <ac:spMk id="4" creationId="{CDEF4AD7-8399-A5DB-009C-8420B9B35901}"/>
          </ac:spMkLst>
        </pc:spChg>
        <pc:spChg chg="add del mod ord">
          <ac:chgData name="Yash Rock" userId="2c28e47a4646c06f" providerId="LiveId" clId="{D7146716-90F7-4B57-9465-AC27BF818FEA}" dt="2026-04-24T17:17:02.899" v="57" actId="700"/>
          <ac:spMkLst>
            <pc:docMk/>
            <pc:sldMk cId="873547155" sldId="860"/>
            <ac:spMk id="5" creationId="{8FFB1FF3-3009-116D-86D3-C1AE5F0A04D3}"/>
          </ac:spMkLst>
        </pc:spChg>
        <pc:spChg chg="add del mod ord">
          <ac:chgData name="Yash Rock" userId="2c28e47a4646c06f" providerId="LiveId" clId="{D7146716-90F7-4B57-9465-AC27BF818FEA}" dt="2026-04-24T17:17:02.899" v="57" actId="700"/>
          <ac:spMkLst>
            <pc:docMk/>
            <pc:sldMk cId="873547155" sldId="860"/>
            <ac:spMk id="6" creationId="{5E86E73F-26AD-5070-5B7B-9A060B3327BB}"/>
          </ac:spMkLst>
        </pc:spChg>
        <pc:spChg chg="add del mod ord">
          <ac:chgData name="Yash Rock" userId="2c28e47a4646c06f" providerId="LiveId" clId="{D7146716-90F7-4B57-9465-AC27BF818FEA}" dt="2026-04-24T17:17:06.427" v="58" actId="700"/>
          <ac:spMkLst>
            <pc:docMk/>
            <pc:sldMk cId="873547155" sldId="860"/>
            <ac:spMk id="7" creationId="{6D9B9F0D-85B5-D84C-A21F-19B66418D7FF}"/>
          </ac:spMkLst>
        </pc:spChg>
        <pc:spChg chg="add del mod ord">
          <ac:chgData name="Yash Rock" userId="2c28e47a4646c06f" providerId="LiveId" clId="{D7146716-90F7-4B57-9465-AC27BF818FEA}" dt="2026-04-24T17:17:06.427" v="58" actId="700"/>
          <ac:spMkLst>
            <pc:docMk/>
            <pc:sldMk cId="873547155" sldId="860"/>
            <ac:spMk id="8" creationId="{FB36C824-7234-2679-A1B5-9A39F21109AA}"/>
          </ac:spMkLst>
        </pc:spChg>
        <pc:spChg chg="add del mod ord">
          <ac:chgData name="Yash Rock" userId="2c28e47a4646c06f" providerId="LiveId" clId="{D7146716-90F7-4B57-9465-AC27BF818FEA}" dt="2026-04-24T17:18:59.837" v="89" actId="26606"/>
          <ac:spMkLst>
            <pc:docMk/>
            <pc:sldMk cId="873547155" sldId="860"/>
            <ac:spMk id="9" creationId="{8491A464-15E8-3908-6C7A-AAFFF6195B61}"/>
          </ac:spMkLst>
        </pc:spChg>
        <pc:spChg chg="add del mod ord">
          <ac:chgData name="Yash Rock" userId="2c28e47a4646c06f" providerId="LiveId" clId="{D7146716-90F7-4B57-9465-AC27BF818FEA}" dt="2026-04-24T17:18:59.837" v="89" actId="26606"/>
          <ac:spMkLst>
            <pc:docMk/>
            <pc:sldMk cId="873547155" sldId="860"/>
            <ac:spMk id="10" creationId="{C089F43B-5758-5091-E7FC-4571C2B1DFFD}"/>
          </ac:spMkLst>
        </pc:spChg>
        <pc:spChg chg="add del mod ord">
          <ac:chgData name="Yash Rock" userId="2c28e47a4646c06f" providerId="LiveId" clId="{D7146716-90F7-4B57-9465-AC27BF818FEA}" dt="2026-04-24T17:17:46.939" v="70" actId="700"/>
          <ac:spMkLst>
            <pc:docMk/>
            <pc:sldMk cId="873547155" sldId="860"/>
            <ac:spMk id="12" creationId="{2FFB7D4C-ABAE-FC59-0DFC-76033AE2D2FE}"/>
          </ac:spMkLst>
        </pc:spChg>
        <pc:spChg chg="add del mod ord">
          <ac:chgData name="Yash Rock" userId="2c28e47a4646c06f" providerId="LiveId" clId="{D7146716-90F7-4B57-9465-AC27BF818FEA}" dt="2026-04-24T17:17:46.939" v="70" actId="700"/>
          <ac:spMkLst>
            <pc:docMk/>
            <pc:sldMk cId="873547155" sldId="860"/>
            <ac:spMk id="13" creationId="{55DF6F0E-6931-C6DD-FD0F-F12E0AB6A54D}"/>
          </ac:spMkLst>
        </pc:spChg>
        <pc:spChg chg="add mod">
          <ac:chgData name="Yash Rock" userId="2c28e47a4646c06f" providerId="LiveId" clId="{D7146716-90F7-4B57-9465-AC27BF818FEA}" dt="2026-04-24T17:44:59.265" v="165" actId="404"/>
          <ac:spMkLst>
            <pc:docMk/>
            <pc:sldMk cId="873547155" sldId="860"/>
            <ac:spMk id="20" creationId="{6107EEBE-9289-9CD7-5B80-495C0DC747F2}"/>
          </ac:spMkLst>
        </pc:spChg>
        <pc:picChg chg="add mod ord">
          <ac:chgData name="Yash Rock" userId="2c28e47a4646c06f" providerId="LiveId" clId="{D7146716-90F7-4B57-9465-AC27BF818FEA}" dt="2026-04-24T17:18:22.345" v="84" actId="1076"/>
          <ac:picMkLst>
            <pc:docMk/>
            <pc:sldMk cId="873547155" sldId="860"/>
            <ac:picMk id="11" creationId="{97A48DD2-94CF-EC52-026F-6ABAC8917F14}"/>
          </ac:picMkLst>
        </pc:picChg>
        <pc:picChg chg="add mod">
          <ac:chgData name="Yash Rock" userId="2c28e47a4646c06f" providerId="LiveId" clId="{D7146716-90F7-4B57-9465-AC27BF818FEA}" dt="2026-04-24T17:18:59.837" v="89" actId="26606"/>
          <ac:picMkLst>
            <pc:docMk/>
            <pc:sldMk cId="873547155" sldId="860"/>
            <ac:picMk id="15" creationId="{45BF8473-05F6-E6E9-237D-EC9ABDC2E891}"/>
          </ac:picMkLst>
        </pc:picChg>
      </pc:sldChg>
      <pc:sldChg chg="del">
        <pc:chgData name="Yash Rock" userId="2c28e47a4646c06f" providerId="LiveId" clId="{D7146716-90F7-4B57-9465-AC27BF818FEA}" dt="2026-04-24T17:14:44.793" v="53" actId="47"/>
        <pc:sldMkLst>
          <pc:docMk/>
          <pc:sldMk cId="3496051996" sldId="860"/>
        </pc:sldMkLst>
      </pc:sldChg>
      <pc:sldChg chg="new del">
        <pc:chgData name="Yash Rock" userId="2c28e47a4646c06f" providerId="LiveId" clId="{D7146716-90F7-4B57-9465-AC27BF818FEA}" dt="2026-04-24T17:18:11.413" v="76" actId="680"/>
        <pc:sldMkLst>
          <pc:docMk/>
          <pc:sldMk cId="491776014" sldId="861"/>
        </pc:sldMkLst>
      </pc:sldChg>
      <pc:sldChg chg="addSp delSp modSp new mod modClrScheme chgLayout">
        <pc:chgData name="Yash Rock" userId="2c28e47a4646c06f" providerId="LiveId" clId="{D7146716-90F7-4B57-9465-AC27BF818FEA}" dt="2026-04-24T17:39:53.510" v="143" actId="20577"/>
        <pc:sldMkLst>
          <pc:docMk/>
          <pc:sldMk cId="1874565501" sldId="861"/>
        </pc:sldMkLst>
        <pc:spChg chg="del">
          <ac:chgData name="Yash Rock" userId="2c28e47a4646c06f" providerId="LiveId" clId="{D7146716-90F7-4B57-9465-AC27BF818FEA}" dt="2026-04-24T17:19:15.246" v="91" actId="26606"/>
          <ac:spMkLst>
            <pc:docMk/>
            <pc:sldMk cId="1874565501" sldId="861"/>
            <ac:spMk id="2" creationId="{11C96F01-7BDC-E687-499D-ED7155A79100}"/>
          </ac:spMkLst>
        </pc:spChg>
        <pc:spChg chg="del">
          <ac:chgData name="Yash Rock" userId="2c28e47a4646c06f" providerId="LiveId" clId="{D7146716-90F7-4B57-9465-AC27BF818FEA}" dt="2026-04-24T17:19:15.246" v="91" actId="26606"/>
          <ac:spMkLst>
            <pc:docMk/>
            <pc:sldMk cId="1874565501" sldId="861"/>
            <ac:spMk id="3" creationId="{F98F5294-B548-BF88-9BA0-0C476C5E0624}"/>
          </ac:spMkLst>
        </pc:spChg>
        <pc:spChg chg="add mod">
          <ac:chgData name="Yash Rock" userId="2c28e47a4646c06f" providerId="LiveId" clId="{D7146716-90F7-4B57-9465-AC27BF818FEA}" dt="2026-04-24T17:39:53.510" v="143" actId="20577"/>
          <ac:spMkLst>
            <pc:docMk/>
            <pc:sldMk cId="1874565501" sldId="861"/>
            <ac:spMk id="10" creationId="{4F35021F-21E0-92AC-F298-DEF417770282}"/>
          </ac:spMkLst>
        </pc:spChg>
        <pc:picChg chg="add mod">
          <ac:chgData name="Yash Rock" userId="2c28e47a4646c06f" providerId="LiveId" clId="{D7146716-90F7-4B57-9465-AC27BF818FEA}" dt="2026-04-24T17:19:15.246" v="91" actId="26606"/>
          <ac:picMkLst>
            <pc:docMk/>
            <pc:sldMk cId="1874565501" sldId="861"/>
            <ac:picMk id="5" creationId="{B72E8702-3A0C-F975-D0DA-980E6ABF972B}"/>
          </ac:picMkLst>
        </pc:picChg>
      </pc:sldChg>
      <pc:sldChg chg="addSp delSp modSp new mod modClrScheme chgLayout">
        <pc:chgData name="Yash Rock" userId="2c28e47a4646c06f" providerId="LiveId" clId="{D7146716-90F7-4B57-9465-AC27BF818FEA}" dt="2026-04-24T17:44:43.394" v="164" actId="404"/>
        <pc:sldMkLst>
          <pc:docMk/>
          <pc:sldMk cId="833516887" sldId="862"/>
        </pc:sldMkLst>
        <pc:spChg chg="del">
          <ac:chgData name="Yash Rock" userId="2c28e47a4646c06f" providerId="LiveId" clId="{D7146716-90F7-4B57-9465-AC27BF818FEA}" dt="2026-04-24T17:21:15.278" v="97" actId="26606"/>
          <ac:spMkLst>
            <pc:docMk/>
            <pc:sldMk cId="833516887" sldId="862"/>
            <ac:spMk id="2" creationId="{B460A7DE-BD8F-96CB-03D0-CC33FEBE7A9A}"/>
          </ac:spMkLst>
        </pc:spChg>
        <pc:spChg chg="del">
          <ac:chgData name="Yash Rock" userId="2c28e47a4646c06f" providerId="LiveId" clId="{D7146716-90F7-4B57-9465-AC27BF818FEA}" dt="2026-04-24T17:21:15.278" v="97" actId="26606"/>
          <ac:spMkLst>
            <pc:docMk/>
            <pc:sldMk cId="833516887" sldId="862"/>
            <ac:spMk id="3" creationId="{347EFDFB-D12F-413D-EE8B-F3F2FAF84F1F}"/>
          </ac:spMkLst>
        </pc:spChg>
        <pc:spChg chg="add mod">
          <ac:chgData name="Yash Rock" userId="2c28e47a4646c06f" providerId="LiveId" clId="{D7146716-90F7-4B57-9465-AC27BF818FEA}" dt="2026-04-24T17:44:43.394" v="164" actId="404"/>
          <ac:spMkLst>
            <pc:docMk/>
            <pc:sldMk cId="833516887" sldId="862"/>
            <ac:spMk id="10" creationId="{694ECC7D-67A8-D059-846A-74AB98994574}"/>
          </ac:spMkLst>
        </pc:spChg>
        <pc:picChg chg="add mod">
          <ac:chgData name="Yash Rock" userId="2c28e47a4646c06f" providerId="LiveId" clId="{D7146716-90F7-4B57-9465-AC27BF818FEA}" dt="2026-04-24T17:21:15.278" v="97" actId="26606"/>
          <ac:picMkLst>
            <pc:docMk/>
            <pc:sldMk cId="833516887" sldId="862"/>
            <ac:picMk id="5" creationId="{F412DA01-EBA6-4332-D6F3-498E196924B3}"/>
          </ac:picMkLst>
        </pc:picChg>
      </pc:sldChg>
      <pc:sldChg chg="addSp delSp modSp new mod modClrScheme chgLayout">
        <pc:chgData name="Yash Rock" userId="2c28e47a4646c06f" providerId="LiveId" clId="{D7146716-90F7-4B57-9465-AC27BF818FEA}" dt="2026-04-24T17:44:39.581" v="163" actId="404"/>
        <pc:sldMkLst>
          <pc:docMk/>
          <pc:sldMk cId="1210687212" sldId="863"/>
        </pc:sldMkLst>
        <pc:spChg chg="del">
          <ac:chgData name="Yash Rock" userId="2c28e47a4646c06f" providerId="LiveId" clId="{D7146716-90F7-4B57-9465-AC27BF818FEA}" dt="2026-04-24T17:21:39.502" v="99" actId="26606"/>
          <ac:spMkLst>
            <pc:docMk/>
            <pc:sldMk cId="1210687212" sldId="863"/>
            <ac:spMk id="2" creationId="{E76ED066-6488-F31A-70F6-246B3737AC22}"/>
          </ac:spMkLst>
        </pc:spChg>
        <pc:spChg chg="del">
          <ac:chgData name="Yash Rock" userId="2c28e47a4646c06f" providerId="LiveId" clId="{D7146716-90F7-4B57-9465-AC27BF818FEA}" dt="2026-04-24T17:21:39.502" v="99" actId="26606"/>
          <ac:spMkLst>
            <pc:docMk/>
            <pc:sldMk cId="1210687212" sldId="863"/>
            <ac:spMk id="3" creationId="{84C97158-7920-1A3D-4B48-7210133D7797}"/>
          </ac:spMkLst>
        </pc:spChg>
        <pc:spChg chg="add mod">
          <ac:chgData name="Yash Rock" userId="2c28e47a4646c06f" providerId="LiveId" clId="{D7146716-90F7-4B57-9465-AC27BF818FEA}" dt="2026-04-24T17:44:39.581" v="163" actId="404"/>
          <ac:spMkLst>
            <pc:docMk/>
            <pc:sldMk cId="1210687212" sldId="863"/>
            <ac:spMk id="10" creationId="{3A9985A8-CE4A-EA00-88C2-54655D683205}"/>
          </ac:spMkLst>
        </pc:spChg>
        <pc:picChg chg="add mod">
          <ac:chgData name="Yash Rock" userId="2c28e47a4646c06f" providerId="LiveId" clId="{D7146716-90F7-4B57-9465-AC27BF818FEA}" dt="2026-04-24T17:21:39.502" v="99" actId="26606"/>
          <ac:picMkLst>
            <pc:docMk/>
            <pc:sldMk cId="1210687212" sldId="863"/>
            <ac:picMk id="5" creationId="{F3B732A3-FB91-3932-9C9C-5759CCC7ED68}"/>
          </ac:picMkLst>
        </pc:picChg>
      </pc:sldChg>
      <pc:sldChg chg="addSp delSp modSp new mod modClrScheme chgLayout">
        <pc:chgData name="Yash Rock" userId="2c28e47a4646c06f" providerId="LiveId" clId="{D7146716-90F7-4B57-9465-AC27BF818FEA}" dt="2026-04-24T17:44:33.732" v="162" actId="404"/>
        <pc:sldMkLst>
          <pc:docMk/>
          <pc:sldMk cId="834064003" sldId="864"/>
        </pc:sldMkLst>
        <pc:spChg chg="del">
          <ac:chgData name="Yash Rock" userId="2c28e47a4646c06f" providerId="LiveId" clId="{D7146716-90F7-4B57-9465-AC27BF818FEA}" dt="2026-04-24T17:21:52.918" v="101" actId="26606"/>
          <ac:spMkLst>
            <pc:docMk/>
            <pc:sldMk cId="834064003" sldId="864"/>
            <ac:spMk id="2" creationId="{1E6BB314-6732-4242-765C-5EE1F76F9B89}"/>
          </ac:spMkLst>
        </pc:spChg>
        <pc:spChg chg="del">
          <ac:chgData name="Yash Rock" userId="2c28e47a4646c06f" providerId="LiveId" clId="{D7146716-90F7-4B57-9465-AC27BF818FEA}" dt="2026-04-24T17:21:52.918" v="101" actId="26606"/>
          <ac:spMkLst>
            <pc:docMk/>
            <pc:sldMk cId="834064003" sldId="864"/>
            <ac:spMk id="3" creationId="{6602BDD8-228C-A07A-5FC2-C053603DA61F}"/>
          </ac:spMkLst>
        </pc:spChg>
        <pc:spChg chg="add mod">
          <ac:chgData name="Yash Rock" userId="2c28e47a4646c06f" providerId="LiveId" clId="{D7146716-90F7-4B57-9465-AC27BF818FEA}" dt="2026-04-24T17:44:33.732" v="162" actId="404"/>
          <ac:spMkLst>
            <pc:docMk/>
            <pc:sldMk cId="834064003" sldId="864"/>
            <ac:spMk id="10" creationId="{9B5FF8AD-79BC-A719-CBCA-F96DAD0662C5}"/>
          </ac:spMkLst>
        </pc:spChg>
        <pc:picChg chg="add mod">
          <ac:chgData name="Yash Rock" userId="2c28e47a4646c06f" providerId="LiveId" clId="{D7146716-90F7-4B57-9465-AC27BF818FEA}" dt="2026-04-24T17:21:52.918" v="101" actId="26606"/>
          <ac:picMkLst>
            <pc:docMk/>
            <pc:sldMk cId="834064003" sldId="864"/>
            <ac:picMk id="5" creationId="{14B33ACE-C7B3-F9E8-63A1-297629011DE9}"/>
          </ac:picMkLst>
        </pc:picChg>
      </pc:sldChg>
      <pc:sldChg chg="modSp new del mod">
        <pc:chgData name="Yash Rock" userId="2c28e47a4646c06f" providerId="LiveId" clId="{D7146716-90F7-4B57-9465-AC27BF818FEA}" dt="2026-04-24T18:33:14.588" v="212" actId="47"/>
        <pc:sldMkLst>
          <pc:docMk/>
          <pc:sldMk cId="1287757534" sldId="865"/>
        </pc:sldMkLst>
        <pc:spChg chg="mod">
          <ac:chgData name="Yash Rock" userId="2c28e47a4646c06f" providerId="LiveId" clId="{D7146716-90F7-4B57-9465-AC27BF818FEA}" dt="2026-04-24T18:33:09.687" v="211" actId="6549"/>
          <ac:spMkLst>
            <pc:docMk/>
            <pc:sldMk cId="1287757534" sldId="865"/>
            <ac:spMk id="3" creationId="{7C2CDBCC-8BC1-A3AD-86B6-98839A9D9525}"/>
          </ac:spMkLst>
        </pc:spChg>
      </pc:sldChg>
      <pc:sldChg chg="addSp modSp new mod">
        <pc:chgData name="Yash Rock" userId="2c28e47a4646c06f" providerId="LiveId" clId="{D7146716-90F7-4B57-9465-AC27BF818FEA}" dt="2026-04-24T18:40:49.389" v="226" actId="403"/>
        <pc:sldMkLst>
          <pc:docMk/>
          <pc:sldMk cId="4226872590" sldId="865"/>
        </pc:sldMkLst>
        <pc:spChg chg="mod">
          <ac:chgData name="Yash Rock" userId="2c28e47a4646c06f" providerId="LiveId" clId="{D7146716-90F7-4B57-9465-AC27BF818FEA}" dt="2026-04-24T18:40:49.389" v="226" actId="403"/>
          <ac:spMkLst>
            <pc:docMk/>
            <pc:sldMk cId="4226872590" sldId="865"/>
            <ac:spMk id="2" creationId="{B1A024AE-0CF0-918D-95D6-A508FAFEC7D9}"/>
          </ac:spMkLst>
        </pc:spChg>
        <pc:spChg chg="mod">
          <ac:chgData name="Yash Rock" userId="2c28e47a4646c06f" providerId="LiveId" clId="{D7146716-90F7-4B57-9465-AC27BF818FEA}" dt="2026-04-24T18:40:04.075" v="219" actId="5793"/>
          <ac:spMkLst>
            <pc:docMk/>
            <pc:sldMk cId="4226872590" sldId="865"/>
            <ac:spMk id="3" creationId="{67177025-8988-8266-9BE8-0AC8784703AD}"/>
          </ac:spMkLst>
        </pc:spChg>
        <pc:picChg chg="add mod">
          <ac:chgData name="Yash Rock" userId="2c28e47a4646c06f" providerId="LiveId" clId="{D7146716-90F7-4B57-9465-AC27BF818FEA}" dt="2026-04-24T18:40:30.423" v="224" actId="14100"/>
          <ac:picMkLst>
            <pc:docMk/>
            <pc:sldMk cId="4226872590" sldId="865"/>
            <ac:picMk id="5" creationId="{33FACC92-5A10-FC4E-954A-BEBBC2548939}"/>
          </ac:picMkLst>
        </pc:picChg>
      </pc:sldChg>
      <pc:sldMasterChg chg="delSldLayout">
        <pc:chgData name="Yash Rock" userId="2c28e47a4646c06f" providerId="LiveId" clId="{D7146716-90F7-4B57-9465-AC27BF818FEA}" dt="2026-04-24T17:19:23.936" v="92" actId="47"/>
        <pc:sldMasterMkLst>
          <pc:docMk/>
          <pc:sldMasterMk cId="3487305279" sldId="2147483660"/>
        </pc:sldMasterMkLst>
        <pc:sldLayoutChg chg="del">
          <pc:chgData name="Yash Rock" userId="2c28e47a4646c06f" providerId="LiveId" clId="{D7146716-90F7-4B57-9465-AC27BF818FEA}" dt="2026-04-24T17:19:23.936" v="92" actId="47"/>
          <pc:sldLayoutMkLst>
            <pc:docMk/>
            <pc:sldMasterMk cId="3487305279" sldId="2147483660"/>
            <pc:sldLayoutMk cId="2323537135" sldId="214748366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88EC9-108B-4C1B-83DD-3958FC38ADBE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24C30-6D9E-476B-B77F-F3E9234BB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695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1540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305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890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24C30-6D9E-476B-B77F-F3E9234BBA7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265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904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4089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70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 Medium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Medium"/>
                <a:ea typeface="Roboto Medium"/>
                <a:cs typeface="Roboto Medium"/>
                <a:sym typeface="Roboto Medium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Roboto Medium"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1055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624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3C9E-21A2-6AEC-F935-01AE3FEC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1C4A8-EEAA-709B-E7D8-A94940F9C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5CB98-C196-1C98-5395-7A903FCA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953-B321-4AB6-BDC0-22F5630ABB92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9A7B5-CD9F-E073-ACF3-ABB0362F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FFE21-E08B-E1C6-53D3-B2168FF23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64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73052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9.jpe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3720935" y="4204894"/>
            <a:ext cx="475013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AI-Powered Discussion Monitor and  Action Item Tracker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1176619" y="2828856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Application Development – IA2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874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Team Members &amp; Roles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82370-2B47-D13B-FC3B-F8B25566CAEF}"/>
              </a:ext>
            </a:extLst>
          </p:cNvPr>
          <p:cNvGraphicFramePr>
            <a:graphicFrameLocks noGrp="1"/>
          </p:cNvGraphicFramePr>
          <p:nvPr/>
        </p:nvGraphicFramePr>
        <p:xfrm>
          <a:off x="1177446" y="1813300"/>
          <a:ext cx="8045100" cy="3837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1980">
                  <a:extLst>
                    <a:ext uri="{9D8B030D-6E8A-4147-A177-3AD203B41FA5}">
                      <a16:colId xmlns:a16="http://schemas.microsoft.com/office/drawing/2014/main" val="50089967"/>
                    </a:ext>
                  </a:extLst>
                </a:gridCol>
                <a:gridCol w="4903120">
                  <a:extLst>
                    <a:ext uri="{9D8B030D-6E8A-4147-A177-3AD203B41FA5}">
                      <a16:colId xmlns:a16="http://schemas.microsoft.com/office/drawing/2014/main" val="975677717"/>
                    </a:ext>
                  </a:extLst>
                </a:gridCol>
              </a:tblGrid>
              <a:tr h="60434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29165"/>
                  </a:ext>
                </a:extLst>
              </a:tr>
              <a:tr h="506352"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Markandeshwaragouda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77258"/>
                  </a:ext>
                </a:extLst>
              </a:tr>
              <a:tr h="50635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Manasa K 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Customer Contact Lead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612009"/>
                  </a:ext>
                </a:extLst>
              </a:tr>
              <a:tr h="506352"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Pranathi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Test Lead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89344"/>
                  </a:ext>
                </a:extLst>
              </a:tr>
              <a:tr h="50635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Pavan H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011240"/>
                  </a:ext>
                </a:extLst>
              </a:tr>
              <a:tr h="50635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Navaneeth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502386"/>
                  </a:ext>
                </a:extLst>
              </a:tr>
              <a:tr h="531717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Rohith L, Nikhil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DevOps / GitHub / Product Build / Documents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703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456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153" y="1145062"/>
            <a:ext cx="7937961" cy="838202"/>
          </a:xfrm>
        </p:spPr>
        <p:txBody>
          <a:bodyPr/>
          <a:lstStyle/>
          <a:p>
            <a:pPr>
              <a:defRPr/>
            </a:pPr>
            <a:r>
              <a:rPr lang="en-US" sz="4000" b="1" i="1" dirty="0">
                <a:solidFill>
                  <a:schemeClr val="tx1"/>
                </a:solidFill>
                <a:latin typeface="Times New Roman" panose="02020603050405020304" pitchFamily="18" charset="0"/>
                <a:ea typeface="Roboto Medium" panose="02000000000000000000" pitchFamily="2" charset="0"/>
                <a:cs typeface="Times New Roman" panose="02020603050405020304" pitchFamily="18" charset="0"/>
              </a:rPr>
              <a:t>AI-Powered Discussion Monitor and  Action Item Tracker</a:t>
            </a:r>
            <a:br>
              <a:rPr lang="en-US" sz="3200" b="1" dirty="0">
                <a:latin typeface="+mn-lt"/>
                <a:ea typeface="Roboto Medium" panose="02000000000000000000" pitchFamily="2" charset="0"/>
                <a:cs typeface="Times New Roman" panose="02020603050405020304" pitchFamily="18" charset="0"/>
              </a:rPr>
            </a:br>
            <a:br>
              <a:rPr lang="en-US" sz="1600" dirty="0">
                <a:solidFill>
                  <a:srgbClr val="000000"/>
                </a:solidFill>
                <a:latin typeface="+mn-lt"/>
                <a:ea typeface="Roboto Medium" panose="02000000000000000000" pitchFamily="2" charset="0"/>
                <a:cs typeface="Times New Roman" panose="02020603050405020304" pitchFamily="18" charset="0"/>
                <a:sym typeface="Arial"/>
              </a:rPr>
            </a:br>
            <a:endParaRPr lang="en-US" dirty="0">
              <a:latin typeface="+mn-lt"/>
              <a:ea typeface="Roboto Medium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28EA-830E-81C1-7404-A72E3E5F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153" y="2355985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indent="-457200" algn="just">
              <a:lnSpc>
                <a:spcPct val="10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virtual meetings and online collaboration environments become increasingly prevalent, maintaining structured, respectful, and outcome-oriented discussions has become a significant challenge. </a:t>
            </a:r>
          </a:p>
          <a:p>
            <a:pPr indent="-457200" algn="just">
              <a:lnSpc>
                <a:spcPct val="10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Important action items and decisions are missed or not tracked properly .</a:t>
            </a:r>
          </a:p>
          <a:p>
            <a:pPr indent="-457200" algn="just">
              <a:lnSpc>
                <a:spcPct val="10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Existing tools (Zoom, Teams, Meet) do not provide real-time intelligent monitoring or automation.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25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0D51-A6D6-D635-5F7D-68A5982FE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3F810-E905-1031-D0B6-5A37F4734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7620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virtual meetings, discussions often become unstructured and inefficient.</a:t>
            </a:r>
          </a:p>
          <a:p>
            <a:pPr marL="7620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Problems: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Meetings go off-topic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decisions are missed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 items are not tracked properly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note-taking is time-consuming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like Zoom and Google Meet only record meetings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intelligent monitoring exists 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:</a:t>
            </a:r>
          </a:p>
          <a:p>
            <a:pPr marL="7620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system that keeps meetings focused and automatically tracks important outcomes.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25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6F55-BB34-BB1B-63FF-C43351516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47F05-4B8B-A6CD-5C1D-648411C43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76200" indent="0">
              <a:buNone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SyncMeet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is a real-time AI-powered meeting assistant that helps improve meeting productivity.</a:t>
            </a:r>
          </a:p>
          <a:p>
            <a:pPr marL="7620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discussions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off-topic conversations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action items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meeting summaries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distractions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accountability 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 marL="7620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make meetings more structured, productive, and outcome-oriented.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83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DF48A-51F1-C541-EFDB-F74A3784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MVP</a:t>
            </a:r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539D0-6104-9983-3974-A4C0E1F4E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MVP (Minimum Viable Product)</a:t>
            </a:r>
          </a:p>
          <a:p>
            <a:pPr marL="7620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MVP is the basic working version of a product that solves the core problem using the most important 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features.</a:t>
            </a:r>
          </a:p>
          <a:p>
            <a:pPr marL="7620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Goal:</a:t>
            </a:r>
          </a:p>
          <a:p>
            <a:pPr marL="7620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prove that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SyncMeet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can reduce manual effort and improve meeting productivity.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MVP Features: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Post-Meeting Summary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Action Item Extraction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Topic Alignment Detection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Toxicity Detection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 Highlights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Trigger System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Meeting Summary Generation</a:t>
            </a:r>
          </a:p>
          <a:p>
            <a:pPr marL="7620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087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974B6FC-C4AC-C4EB-A29A-B5B229BA2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Example 1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Meeting Analysis Dashboard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5CDD1-151A-B834-ABF2-92ECA8A32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237" y="1825625"/>
            <a:ext cx="8171526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3282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6107EEBE-9289-9CD7-5B80-495C0DC74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Toxicity &amp; Topic Alignment Detection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BF8473-05F6-E6E9-237D-EC9ABDC2E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237" y="1825625"/>
            <a:ext cx="8171526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3547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F35021F-21E0-92AC-F298-DEF417770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304"/>
            <a:ext cx="10515600" cy="1268361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Item Extraction and Meeting Summary Generation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E8702-3A0C-F975-D0DA-980E6ABF9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237" y="1825625"/>
            <a:ext cx="8171526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74565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94ECC7D-67A8-D059-846A-74AB98994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2DA01-EBA6-4332-D6F3-498E19692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3516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A9985A8-CE4A-EA00-88C2-54655D683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732A3-FB91-3932-9C9C-5759CCC7E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234" y="1825625"/>
            <a:ext cx="9833532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10687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B5FF8AD-79BC-A719-CBCA-F96DAD066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Dashboard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33ACE-C7B3-F9E8-63A1-297629011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05" y="1825625"/>
            <a:ext cx="1011939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4064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784" y="695605"/>
            <a:ext cx="7937961" cy="83820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User/ Customer Understanding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0759-F1BE-FAAD-BBB2-2AC231645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575" y="1533807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1.Do meetings often go off-topic?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	Yes, discussions frequently deviate from the main agenda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2. Are important decisions or action items missed?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	Yes, key points are often forgotten or not properly recorded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3. Do some participants dominate or disrupt discussions?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	Yes, it affects balance and reduces meeting effectiveness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4. Is it difficult to track discussions in real-time?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	Yes, manual tracking is inefficient and error-prone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5. Do existing tools solve these issues?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	No, they lack real-time intelligent monitoring and guidance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6. What kind of solution would you prefer?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	An AI system that keeps discussions focused and tracks key points</a:t>
            </a:r>
          </a:p>
        </p:txBody>
      </p:sp>
    </p:spTree>
    <p:extLst>
      <p:ext uri="{BB962C8B-B14F-4D97-AF65-F5344CB8AC3E}">
        <p14:creationId xmlns:p14="http://schemas.microsoft.com/office/powerpoint/2010/main" val="549738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664E83-E528-83A6-464F-A94AA84AC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552" y="195470"/>
            <a:ext cx="3397926" cy="2687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7FED20-68E6-5BE5-B752-5EC9DDF33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88" y="153173"/>
            <a:ext cx="3276660" cy="27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40335B-320D-AC19-F1EE-16AC5AEE2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304" y="195470"/>
            <a:ext cx="3173392" cy="2687405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D5B1CC5F-3DAF-861F-F86E-ECA42A965F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6621BC-95FD-FE73-0416-895B36A148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88" y="3177019"/>
            <a:ext cx="3294660" cy="2772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1E5F1B-01D5-A725-071B-B3A276C777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818" y="3177018"/>
            <a:ext cx="3294659" cy="2772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6D2EE07-A7D7-588F-455B-A2BF5D68AE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303" y="3177018"/>
            <a:ext cx="3294660" cy="277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6EAC8D1-3A14-27D1-4D8A-1B94B195891D}"/>
              </a:ext>
            </a:extLst>
          </p:cNvPr>
          <p:cNvSpPr txBox="1"/>
          <p:nvPr/>
        </p:nvSpPr>
        <p:spPr>
          <a:xfrm>
            <a:off x="1948543" y="6048600"/>
            <a:ext cx="10336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 interviews conducted to validate the problem statement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964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6CBB-3F16-C0DA-A830-75CDD9CEA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Pricing Plans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2F944-DB81-2DC1-094F-B7685C1FB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Plans</a:t>
            </a:r>
          </a:p>
          <a:p>
            <a:pPr marL="7620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designed 3 pricing plans for different user needs:</a:t>
            </a: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Free Plan</a:t>
            </a: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 Plan</a:t>
            </a: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Pro+ / Focus Plan</a:t>
            </a:r>
          </a:p>
          <a:p>
            <a:pPr marL="7620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helps attract users and create a sustainable business model.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644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C2D1-9864-59C8-1503-71E2E5348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9487F-DC15-A1F5-CE1A-F80D04964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 – “See the Magic”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users experience value quickly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Post-meeting summary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 item extraction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3–5 meetings/month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trigger (not fully automatic) </a:t>
            </a:r>
          </a:p>
          <a:p>
            <a:pPr marL="76200" indent="0">
              <a:buNone/>
            </a:pP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Free Tier Version: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Unlimited meetings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8 meetings with AI insights / nudges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Remaining meetings = basic summaries only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improves customer attraction while controlling costs.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341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EAECC-57BF-D8B8-E199-77FE63EC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3F9F2-A0B4-8384-2A5E-D3196E316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Utility – “Saves Time”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₹599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Unlimited meetings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AI structured summaries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action item tracking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Meeting history (search past meetings)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speaker insights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 notes (PDF / Docs)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workflow efficiency and saves time.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737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7C4C-7AE8-9946-5537-C946A78B6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581" y="435115"/>
            <a:ext cx="6211927" cy="838202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Pro+ Plan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29968-CC1A-0E55-CA15-DAA9BE54A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 Plan – “Maximum Productivity”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₹1499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off-topic detection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nudges (“Let’s get back to agenda”)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Interruption detection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Distraction alerts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score per meeting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Participant behavior insights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meeting coaching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 Feature: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AI intervention during meetings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our strongest value proposition.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346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A82C-006C-2F3F-2DCE-EDA3ECD53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Promo Video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5F028-E392-CB27-3A89-3A4808F07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pic>
        <p:nvPicPr>
          <p:cNvPr id="4" name="WhatsApp Video 2026-04-24 at 3.40.13 PM (1)">
            <a:hlinkClick r:id="" action="ppaction://media"/>
            <a:extLst>
              <a:ext uri="{FF2B5EF4-FFF2-40B4-BE49-F238E27FC236}">
                <a16:creationId xmlns:a16="http://schemas.microsoft.com/office/drawing/2014/main" id="{6BB6D444-8799-AFAD-72C0-01B66E7726D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6747" y="1773936"/>
            <a:ext cx="10520517" cy="38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9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6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10462457" cy="838202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Proof of Concept 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1E6CD-28A4-0547-FCFA-8E8B38A7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773936"/>
            <a:ext cx="10801201" cy="293585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3F406-9E65-E377-525F-C5850C195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046480"/>
            <a:ext cx="1028700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0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024AE-0CF0-918D-95D6-A508FAFEC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Prototype Demo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77025-8988-8266-9BE8-0AC878470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FACC92-5A10-FC4E-954A-BEBBC2548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99" y="1773936"/>
            <a:ext cx="10801201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8725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806</Words>
  <Application>Microsoft Office PowerPoint</Application>
  <PresentationFormat>Widescreen</PresentationFormat>
  <Paragraphs>152</Paragraphs>
  <Slides>21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Roboto Medium</vt:lpstr>
      <vt:lpstr>Times New Roman</vt:lpstr>
      <vt:lpstr>1_Office Theme</vt:lpstr>
      <vt:lpstr>PowerPoint Presentation</vt:lpstr>
      <vt:lpstr>Team Members &amp; Roles</vt:lpstr>
      <vt:lpstr>AI-Powered Discussion Monitor and  Action Item Tracker  </vt:lpstr>
      <vt:lpstr>Problem Statement</vt:lpstr>
      <vt:lpstr>Our Solution</vt:lpstr>
      <vt:lpstr>MVP Demo</vt:lpstr>
      <vt:lpstr>Demo Example 1 AI-Powered Meeting Analysis Dashboard</vt:lpstr>
      <vt:lpstr>Toxicity &amp; Topic Alignment Detection</vt:lpstr>
      <vt:lpstr>  Action Item Extraction and Meeting Summary Generation </vt:lpstr>
      <vt:lpstr> Practical Use Case</vt:lpstr>
      <vt:lpstr>Conflict Detection</vt:lpstr>
      <vt:lpstr>Complete AI Dashboard</vt:lpstr>
      <vt:lpstr> User/ Customer Understanding</vt:lpstr>
      <vt:lpstr>PowerPoint Presentation</vt:lpstr>
      <vt:lpstr>Pricing Plans Overview</vt:lpstr>
      <vt:lpstr>Free Plan</vt:lpstr>
      <vt:lpstr>Pro Plan</vt:lpstr>
      <vt:lpstr>Pro+ Plan </vt:lpstr>
      <vt:lpstr>Product Promo Video</vt:lpstr>
      <vt:lpstr> Proof of Concept </vt:lpstr>
      <vt:lpstr>Prototype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PRANATHI RN</dc:creator>
  <cp:lastModifiedBy>Yash Rock</cp:lastModifiedBy>
  <cp:revision>3</cp:revision>
  <dcterms:created xsi:type="dcterms:W3CDTF">2026-03-27T06:37:29Z</dcterms:created>
  <dcterms:modified xsi:type="dcterms:W3CDTF">2026-04-24T18:41:23Z</dcterms:modified>
</cp:coreProperties>
</file>